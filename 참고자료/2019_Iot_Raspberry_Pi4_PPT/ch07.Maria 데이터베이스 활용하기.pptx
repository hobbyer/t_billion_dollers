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0"/>
  </p:notesMasterIdLst>
  <p:sldIdLst>
    <p:sldId id="256" r:id="rId2"/>
    <p:sldId id="321" r:id="rId3"/>
    <p:sldId id="323" r:id="rId4"/>
    <p:sldId id="322" r:id="rId5"/>
    <p:sldId id="360" r:id="rId6"/>
    <p:sldId id="361" r:id="rId7"/>
    <p:sldId id="362" r:id="rId8"/>
    <p:sldId id="341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7" autoAdjust="0"/>
  </p:normalViewPr>
  <p:slideViewPr>
    <p:cSldViewPr>
      <p:cViewPr varScale="1">
        <p:scale>
          <a:sx n="110" d="100"/>
          <a:sy n="110" d="100"/>
        </p:scale>
        <p:origin x="-164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B8596-08BC-4835-A7A7-558BAD895013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FAFC3-F822-460C-B3D9-971640FD25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48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E15DC-7B9D-468A-8477-4B8C78798597}" type="datetimeFigureOut">
              <a:rPr lang="ko-KR" altLang="en-US" smtClean="0"/>
              <a:pPr/>
              <a:t>2020-01-13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odingspecialist/RaspberryPi4-Book-Example/blob/master/ch07/table.sq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codingspecialist/RaspberryPi4-Book-Example/blob/master/ch07/mariaConnection.py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1196752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/>
              <a:t>ch07 Maria </a:t>
            </a:r>
            <a:r>
              <a:rPr lang="ko-KR" altLang="en-US" sz="4000" b="1" dirty="0"/>
              <a:t>데이터베이스 활용하기</a:t>
            </a:r>
            <a:endParaRPr lang="ko-KR" altLang="en-US" sz="4000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Contents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나눔스퀘어라운드 Bold" pitchFamily="50" charset="-127"/>
                <a:ea typeface="나눔스퀘어라운드 Bold" pitchFamily="50" charset="-127"/>
              </a:rPr>
              <a:t>학습목표</a:t>
            </a:r>
            <a:endParaRPr lang="en-US" altLang="ko-KR" b="1" dirty="0" smtClean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1412776"/>
            <a:ext cx="820891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ko-KR" b="1" dirty="0" smtClean="0">
                <a:ea typeface="나눔스퀘어"/>
              </a:rPr>
              <a:t>Mari</a:t>
            </a:r>
            <a:r>
              <a:rPr lang="en-US" altLang="ko-KR" b="1" dirty="0" smtClean="0">
                <a:ea typeface="나눔스퀘어"/>
              </a:rPr>
              <a:t>a </a:t>
            </a:r>
            <a:r>
              <a:rPr lang="ko-KR" altLang="en-US" b="1" dirty="0" smtClean="0">
                <a:ea typeface="나눔스퀘어"/>
              </a:rPr>
              <a:t>데이터베이스를</a:t>
            </a:r>
            <a:r>
              <a:rPr lang="en-US" altLang="ko-KR" b="1" dirty="0" smtClean="0">
                <a:ea typeface="나눔스퀘어"/>
              </a:rPr>
              <a:t> </a:t>
            </a:r>
            <a:r>
              <a:rPr lang="ko-KR" altLang="en-US" b="1" dirty="0" smtClean="0">
                <a:ea typeface="나눔스퀘어"/>
              </a:rPr>
              <a:t>설치한다</a:t>
            </a:r>
            <a:r>
              <a:rPr lang="en-US" altLang="ko-KR" b="1" dirty="0">
                <a:ea typeface="나눔스퀘어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b="1" dirty="0">
                <a:ea typeface="나눔스퀘어"/>
              </a:rPr>
              <a:t>Maria </a:t>
            </a:r>
            <a:r>
              <a:rPr lang="ko-KR" altLang="en-US" b="1" dirty="0" smtClean="0">
                <a:ea typeface="나눔스퀘어"/>
              </a:rPr>
              <a:t>데이터베이스를</a:t>
            </a:r>
            <a:r>
              <a:rPr lang="en-US" altLang="ko-KR" b="1" dirty="0" smtClean="0">
                <a:ea typeface="나눔스퀘어"/>
              </a:rPr>
              <a:t> </a:t>
            </a:r>
            <a:r>
              <a:rPr lang="ko-KR" altLang="en-US" b="1" dirty="0" err="1" smtClean="0">
                <a:ea typeface="나눔스퀘어"/>
              </a:rPr>
              <a:t>질의문을</a:t>
            </a:r>
            <a:r>
              <a:rPr lang="ko-KR" altLang="en-US" b="1" dirty="0" smtClean="0">
                <a:ea typeface="나눔스퀘어"/>
              </a:rPr>
              <a:t> 이해한다</a:t>
            </a:r>
            <a:r>
              <a:rPr lang="en-US" altLang="ko-KR" b="1" dirty="0" smtClean="0">
                <a:ea typeface="나눔스퀘어"/>
              </a:rPr>
              <a:t>.</a:t>
            </a:r>
            <a:endParaRPr lang="en-US" altLang="ko-KR" b="1" dirty="0">
              <a:ea typeface="나눔스퀘어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ko-KR" altLang="en-US" b="1" dirty="0" err="1" smtClean="0">
                <a:ea typeface="나눔스퀘어"/>
              </a:rPr>
              <a:t>파이썬과</a:t>
            </a:r>
            <a:r>
              <a:rPr lang="ko-KR" altLang="en-US" b="1" dirty="0" smtClean="0">
                <a:ea typeface="나눔스퀘어"/>
              </a:rPr>
              <a:t> </a:t>
            </a:r>
            <a:r>
              <a:rPr lang="en-US" altLang="ko-KR" b="1" dirty="0">
                <a:ea typeface="나눔스퀘어"/>
              </a:rPr>
              <a:t>Maria </a:t>
            </a:r>
            <a:r>
              <a:rPr lang="ko-KR" altLang="en-US" b="1" dirty="0" smtClean="0">
                <a:ea typeface="나눔스퀘어"/>
              </a:rPr>
              <a:t>데이터베이스</a:t>
            </a:r>
            <a:r>
              <a:rPr lang="en-US" altLang="ko-KR" b="1" dirty="0" smtClean="0">
                <a:ea typeface="나눔스퀘어"/>
              </a:rPr>
              <a:t> Connection</a:t>
            </a:r>
            <a:r>
              <a:rPr lang="ko-KR" altLang="en-US" b="1" dirty="0" smtClean="0">
                <a:ea typeface="나눔스퀘어"/>
              </a:rPr>
              <a:t>을</a:t>
            </a:r>
            <a:r>
              <a:rPr lang="en-US" altLang="ko-KR" b="1" dirty="0">
                <a:ea typeface="나눔스퀘어"/>
              </a:rPr>
              <a:t> </a:t>
            </a:r>
            <a:r>
              <a:rPr lang="ko-KR" altLang="en-US" b="1" dirty="0" smtClean="0">
                <a:ea typeface="나눔스퀘어"/>
              </a:rPr>
              <a:t>이해한다</a:t>
            </a:r>
            <a:r>
              <a:rPr lang="en-US" altLang="ko-KR" b="1" dirty="0">
                <a:ea typeface="나눔스퀘어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5152" y="3483005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나눔스퀘어라운드 Bold" pitchFamily="50" charset="-127"/>
                <a:ea typeface="나눔스퀘어라운드 Bold" pitchFamily="50" charset="-127"/>
              </a:rPr>
              <a:t>학습내용</a:t>
            </a:r>
            <a:endParaRPr lang="en-US" altLang="ko-KR" b="1" dirty="0" smtClean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5080" y="3987061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itchFamily="2" charset="2"/>
              <a:buChar char="ü"/>
            </a:pPr>
            <a:r>
              <a:rPr lang="en-US" altLang="ko-KR" b="1" dirty="0">
                <a:ea typeface="나눔스퀘어"/>
              </a:rPr>
              <a:t>Maria </a:t>
            </a:r>
            <a:r>
              <a:rPr lang="ko-KR" altLang="en-US" b="1" dirty="0" smtClean="0">
                <a:ea typeface="나눔스퀘어"/>
              </a:rPr>
              <a:t>데이터베이스 설치</a:t>
            </a:r>
            <a:endParaRPr lang="en-US" altLang="ko-KR" b="1" dirty="0" smtClean="0">
              <a:latin typeface="나눔스퀘어" pitchFamily="50" charset="-127"/>
              <a:ea typeface="나눔스퀘어"/>
              <a:cs typeface="Ebrima" pitchFamily="2" charset="0"/>
            </a:endParaRPr>
          </a:p>
          <a:p>
            <a:pPr marL="285750" lvl="0" indent="-285750">
              <a:buFont typeface="Wingdings" pitchFamily="2" charset="2"/>
              <a:buChar char="ü"/>
            </a:pPr>
            <a:r>
              <a:rPr lang="en-US" altLang="ko-KR" b="1" dirty="0">
                <a:ea typeface="나눔스퀘어"/>
              </a:rPr>
              <a:t>Maria </a:t>
            </a:r>
            <a:r>
              <a:rPr lang="ko-KR" altLang="en-US" b="1" dirty="0" smtClean="0">
                <a:ea typeface="나눔스퀘어"/>
              </a:rPr>
              <a:t>데이터베이스 기본 </a:t>
            </a:r>
            <a:r>
              <a:rPr lang="ko-KR" altLang="en-US" b="1" dirty="0" err="1" smtClean="0">
                <a:ea typeface="나눔스퀘어"/>
              </a:rPr>
              <a:t>질의문</a:t>
            </a:r>
            <a:endParaRPr lang="en-US" altLang="ko-KR" b="1" kern="0" dirty="0">
              <a:ea typeface="나눔스퀘어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b="1" dirty="0">
                <a:ea typeface="나눔스퀘어"/>
              </a:rPr>
              <a:t>Maria </a:t>
            </a:r>
            <a:r>
              <a:rPr lang="ko-KR" altLang="en-US" b="1" dirty="0" smtClean="0">
                <a:ea typeface="나눔스퀘어"/>
              </a:rPr>
              <a:t>데이터베이스에 회원테이블 작성</a:t>
            </a:r>
            <a:endParaRPr lang="en-US" altLang="ko-KR" b="1" dirty="0" smtClean="0">
              <a:ea typeface="나눔스퀘어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ko-KR" altLang="en-US" b="1" dirty="0" err="1">
                <a:ea typeface="나눔스퀘어"/>
              </a:rPr>
              <a:t>파이썬과</a:t>
            </a:r>
            <a:r>
              <a:rPr lang="ko-KR" altLang="en-US" b="1" dirty="0">
                <a:ea typeface="나눔스퀘어"/>
              </a:rPr>
              <a:t> </a:t>
            </a:r>
            <a:r>
              <a:rPr lang="en-US" altLang="ko-KR" b="1" dirty="0">
                <a:ea typeface="나눔스퀘어"/>
              </a:rPr>
              <a:t>Maria </a:t>
            </a:r>
            <a:r>
              <a:rPr lang="ko-KR" altLang="en-US" b="1" dirty="0">
                <a:ea typeface="나눔스퀘어"/>
              </a:rPr>
              <a:t>데이터베이스</a:t>
            </a:r>
            <a:r>
              <a:rPr lang="en-US" altLang="ko-KR" b="1" dirty="0">
                <a:ea typeface="나눔스퀘어"/>
              </a:rPr>
              <a:t> </a:t>
            </a:r>
            <a:r>
              <a:rPr lang="en-US" altLang="ko-KR" b="1" dirty="0" smtClean="0">
                <a:ea typeface="나눔스퀘어"/>
              </a:rPr>
              <a:t>Connection</a:t>
            </a:r>
          </a:p>
        </p:txBody>
      </p:sp>
    </p:spTree>
    <p:extLst>
      <p:ext uri="{BB962C8B-B14F-4D97-AF65-F5344CB8AC3E}">
        <p14:creationId xmlns:p14="http://schemas.microsoft.com/office/powerpoint/2010/main" val="400837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ea typeface="나눔스퀘어"/>
              </a:rPr>
              <a:t>1. </a:t>
            </a:r>
            <a:r>
              <a:rPr lang="ko-KR" altLang="en-US" sz="2400" b="1" dirty="0">
                <a:ea typeface="나눔스퀘어"/>
              </a:rPr>
              <a:t>데이터베이스 </a:t>
            </a:r>
            <a:r>
              <a:rPr lang="ko-KR" altLang="en-US" sz="2400" b="1" dirty="0" smtClean="0">
                <a:ea typeface="나눔스퀘어"/>
              </a:rPr>
              <a:t>설치</a:t>
            </a:r>
            <a:endParaRPr lang="ko-KR" altLang="en-US" sz="2400" b="1" dirty="0">
              <a:latin typeface="나눔스퀘어라운드 ExtraBold" pitchFamily="50" charset="-127"/>
              <a:ea typeface="나눔스퀘어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latin typeface="Arial" charset="0"/>
              </a:rPr>
              <a:t>1-1 </a:t>
            </a:r>
            <a:r>
              <a:rPr lang="en-US" altLang="ko-KR" dirty="0">
                <a:latin typeface="Arial" charset="0"/>
              </a:rPr>
              <a:t>DBMS </a:t>
            </a:r>
            <a:r>
              <a:rPr lang="ko-KR" altLang="en-US" dirty="0" smtClean="0">
                <a:latin typeface="Arial" charset="0"/>
              </a:rPr>
              <a:t>설치하기</a:t>
            </a:r>
            <a:endParaRPr lang="ko-KR" altLang="en-US" dirty="0">
              <a:latin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1600344"/>
            <a:ext cx="820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Wingdings" pitchFamily="2" charset="2"/>
              <a:buChar char="Ø"/>
            </a:pPr>
            <a:r>
              <a:rPr lang="ko-KR" altLang="en-US" sz="1400" dirty="0" err="1" smtClean="0">
                <a:ea typeface="나눔스퀘어"/>
              </a:rPr>
              <a:t>라즈베리파이에서</a:t>
            </a:r>
            <a:r>
              <a:rPr lang="ko-KR" altLang="en-US" sz="1400" dirty="0" smtClean="0">
                <a:ea typeface="나눔스퀘어"/>
              </a:rPr>
              <a:t> </a:t>
            </a:r>
            <a:r>
              <a:rPr lang="en-US" altLang="ko-KR" sz="1400" dirty="0" smtClean="0">
                <a:ea typeface="나눔스퀘어"/>
              </a:rPr>
              <a:t>Maria </a:t>
            </a:r>
            <a:r>
              <a:rPr lang="ko-KR" altLang="en-US" sz="1400" dirty="0" smtClean="0">
                <a:ea typeface="나눔스퀘어"/>
              </a:rPr>
              <a:t>데이터베이스 설치</a:t>
            </a:r>
            <a:endParaRPr lang="en-US" altLang="ko-KR" sz="1400" dirty="0">
              <a:ea typeface="나눔스퀘어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apt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-get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방식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59" y="2276872"/>
            <a:ext cx="4916306" cy="1425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52" y="3849477"/>
            <a:ext cx="5839396" cy="2603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32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32312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ea typeface="나눔스퀘어"/>
              </a:rPr>
              <a:t>2</a:t>
            </a:r>
            <a:r>
              <a:rPr lang="en-US" altLang="ko-KR" sz="2400" b="1" dirty="0" smtClean="0">
                <a:ea typeface="나눔스퀘어"/>
              </a:rPr>
              <a:t>. </a:t>
            </a:r>
            <a:r>
              <a:rPr lang="en-US" altLang="ko-KR" sz="2400" b="1" dirty="0">
                <a:ea typeface="나눔스퀘어"/>
              </a:rPr>
              <a:t>Maria </a:t>
            </a:r>
            <a:r>
              <a:rPr lang="ko-KR" altLang="en-US" sz="2400" b="1" dirty="0" smtClean="0">
                <a:ea typeface="나눔스퀘어"/>
              </a:rPr>
              <a:t>데이터베이스 </a:t>
            </a:r>
            <a:r>
              <a:rPr lang="ko-KR" altLang="en-US" sz="2400" b="1" dirty="0">
                <a:ea typeface="나눔스퀘어"/>
              </a:rPr>
              <a:t>회원테이블 작성하기 </a:t>
            </a:r>
            <a:endParaRPr lang="ko-KR" altLang="en-US" sz="2400" b="1" dirty="0">
              <a:latin typeface="나눔스퀘어라운드 ExtraBold" pitchFamily="50" charset="-127"/>
              <a:ea typeface="나눔스퀘어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"/>
              </a:rPr>
              <a:t>2</a:t>
            </a:r>
            <a:r>
              <a:rPr lang="en-US" altLang="ko-KR" dirty="0" smtClean="0">
                <a:latin typeface="나눔스퀘어라운드 Bold" pitchFamily="50" charset="-127"/>
                <a:ea typeface="나눔스퀘어"/>
              </a:rPr>
              <a:t>-1 </a:t>
            </a:r>
            <a:r>
              <a:rPr lang="ko-KR" altLang="en-US" dirty="0">
                <a:latin typeface="나눔스퀘어라운드 Bold" pitchFamily="50" charset="-127"/>
                <a:ea typeface="나눔스퀘어"/>
              </a:rPr>
              <a:t>데이터베이스의 구성 </a:t>
            </a:r>
            <a:r>
              <a:rPr lang="en-US" altLang="ko-KR" dirty="0">
                <a:latin typeface="나눔스퀘어라운드 Bold" pitchFamily="50" charset="-127"/>
                <a:ea typeface="나눔스퀘어"/>
              </a:rPr>
              <a:t>'</a:t>
            </a:r>
            <a:r>
              <a:rPr lang="ko-KR" altLang="en-US" dirty="0">
                <a:latin typeface="나눔스퀘어라운드 Bold" pitchFamily="50" charset="-127"/>
                <a:ea typeface="나눔스퀘어"/>
              </a:rPr>
              <a:t>도서관</a:t>
            </a:r>
            <a:r>
              <a:rPr lang="en-US" altLang="ko-KR" dirty="0" smtClean="0">
                <a:latin typeface="나눔스퀘어라운드 Bold" pitchFamily="50" charset="-127"/>
                <a:ea typeface="나눔스퀘어"/>
              </a:rPr>
              <a:t>'</a:t>
            </a:r>
            <a:endParaRPr lang="en-US" altLang="ko-KR" dirty="0">
              <a:latin typeface="나눔스퀘어라운드 Bold" pitchFamily="50" charset="-127"/>
              <a:ea typeface="나눔스퀘어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1523514"/>
            <a:ext cx="4896545" cy="5224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55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32312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ea typeface="나눔스퀘어"/>
              </a:rPr>
              <a:t>2</a:t>
            </a:r>
            <a:r>
              <a:rPr lang="en-US" altLang="ko-KR" sz="2400" b="1" dirty="0" smtClean="0">
                <a:ea typeface="나눔스퀘어"/>
              </a:rPr>
              <a:t>. </a:t>
            </a:r>
            <a:r>
              <a:rPr lang="en-US" altLang="ko-KR" sz="2400" b="1" dirty="0">
                <a:ea typeface="나눔스퀘어"/>
              </a:rPr>
              <a:t>Maria </a:t>
            </a:r>
            <a:r>
              <a:rPr lang="ko-KR" altLang="en-US" sz="2400" b="1" dirty="0" smtClean="0">
                <a:ea typeface="나눔스퀘어"/>
              </a:rPr>
              <a:t>데이터베이스 </a:t>
            </a:r>
            <a:r>
              <a:rPr lang="ko-KR" altLang="en-US" sz="2400" b="1" dirty="0">
                <a:ea typeface="나눔스퀘어"/>
              </a:rPr>
              <a:t>회원테이블 작성하기 </a:t>
            </a:r>
            <a:endParaRPr lang="ko-KR" altLang="en-US" sz="2400" b="1" dirty="0">
              <a:latin typeface="나눔스퀘어라운드 ExtraBold" pitchFamily="50" charset="-127"/>
              <a:ea typeface="나눔스퀘어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"/>
              </a:rPr>
              <a:t>2</a:t>
            </a:r>
            <a:r>
              <a:rPr lang="en-US" altLang="ko-KR" dirty="0" smtClean="0">
                <a:latin typeface="나눔스퀘어라운드 Bold" pitchFamily="50" charset="-127"/>
                <a:ea typeface="나눔스퀘어"/>
              </a:rPr>
              <a:t>-1 </a:t>
            </a:r>
            <a:r>
              <a:rPr lang="ko-KR" altLang="en-US" dirty="0">
                <a:latin typeface="나눔스퀘어라운드 Bold" pitchFamily="50" charset="-127"/>
                <a:ea typeface="나눔스퀘어"/>
              </a:rPr>
              <a:t>데이터베이스의 구성 </a:t>
            </a:r>
            <a:r>
              <a:rPr lang="en-US" altLang="ko-KR" dirty="0">
                <a:latin typeface="나눔스퀘어라운드 Bold" pitchFamily="50" charset="-127"/>
                <a:ea typeface="나눔스퀘어"/>
              </a:rPr>
              <a:t>'</a:t>
            </a:r>
            <a:r>
              <a:rPr lang="ko-KR" altLang="en-US" dirty="0">
                <a:latin typeface="나눔스퀘어라운드 Bold" pitchFamily="50" charset="-127"/>
                <a:ea typeface="나눔스퀘어"/>
              </a:rPr>
              <a:t>도서관</a:t>
            </a:r>
            <a:r>
              <a:rPr lang="en-US" altLang="ko-KR" dirty="0" smtClean="0">
                <a:latin typeface="나눔스퀘어라운드 Bold" pitchFamily="50" charset="-127"/>
                <a:ea typeface="나눔스퀘어"/>
              </a:rPr>
              <a:t>'</a:t>
            </a:r>
            <a:endParaRPr lang="en-US" altLang="ko-KR" dirty="0">
              <a:latin typeface="나눔스퀘어라운드 Bold" pitchFamily="50" charset="-127"/>
              <a:ea typeface="나눔스퀘어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829393"/>
            <a:ext cx="6192689" cy="375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359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32312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ea typeface="나눔스퀘어"/>
              </a:rPr>
              <a:t>2</a:t>
            </a:r>
            <a:r>
              <a:rPr lang="en-US" altLang="ko-KR" sz="2400" b="1" dirty="0" smtClean="0">
                <a:ea typeface="나눔스퀘어"/>
              </a:rPr>
              <a:t>. </a:t>
            </a:r>
            <a:r>
              <a:rPr lang="en-US" altLang="ko-KR" sz="2400" b="1" dirty="0">
                <a:ea typeface="나눔스퀘어"/>
              </a:rPr>
              <a:t>Maria </a:t>
            </a:r>
            <a:r>
              <a:rPr lang="ko-KR" altLang="en-US" sz="2400" b="1" dirty="0" smtClean="0">
                <a:ea typeface="나눔스퀘어"/>
              </a:rPr>
              <a:t>데이터베이스 </a:t>
            </a:r>
            <a:r>
              <a:rPr lang="ko-KR" altLang="en-US" sz="2400" b="1" dirty="0">
                <a:ea typeface="나눔스퀘어"/>
              </a:rPr>
              <a:t>회원테이블 작성하기 </a:t>
            </a:r>
            <a:endParaRPr lang="ko-KR" altLang="en-US" sz="2400" b="1" dirty="0">
              <a:latin typeface="나눔스퀘어라운드 ExtraBold" pitchFamily="50" charset="-127"/>
              <a:ea typeface="나눔스퀘어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"/>
              </a:rPr>
              <a:t>2</a:t>
            </a:r>
            <a:r>
              <a:rPr lang="en-US" altLang="ko-KR" dirty="0" smtClean="0">
                <a:latin typeface="나눔스퀘어라운드 Bold" pitchFamily="50" charset="-127"/>
                <a:ea typeface="나눔스퀘어"/>
              </a:rPr>
              <a:t>-2 </a:t>
            </a:r>
            <a:r>
              <a:rPr lang="ko-KR" altLang="en-US" dirty="0">
                <a:latin typeface="나눔스퀘어라운드 Bold" pitchFamily="50" charset="-127"/>
                <a:ea typeface="나눔스퀘어"/>
              </a:rPr>
              <a:t>회원테이블 </a:t>
            </a:r>
            <a:r>
              <a:rPr lang="ko-KR" altLang="en-US" dirty="0" smtClean="0">
                <a:latin typeface="나눔스퀘어라운드 Bold" pitchFamily="50" charset="-127"/>
                <a:ea typeface="나눔스퀘어"/>
              </a:rPr>
              <a:t>만들기</a:t>
            </a:r>
            <a:endParaRPr lang="ko-KR" altLang="en-US" dirty="0">
              <a:latin typeface="나눔스퀘어라운드 Bold" pitchFamily="50" charset="-127"/>
              <a:ea typeface="나눔스퀘어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1844824"/>
            <a:ext cx="3706517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361" y="3429000"/>
            <a:ext cx="3770063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꺾인 연결선 5"/>
          <p:cNvCxnSpPr>
            <a:stCxn id="4098" idx="2"/>
          </p:cNvCxnSpPr>
          <p:nvPr/>
        </p:nvCxnSpPr>
        <p:spPr>
          <a:xfrm rot="16200000" flipH="1">
            <a:off x="2978351" y="4139604"/>
            <a:ext cx="792087" cy="2251197"/>
          </a:xfrm>
          <a:prstGeom prst="bentConnector2">
            <a:avLst/>
          </a:prstGeom>
          <a:ln w="25400" cmpd="sng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41105" y="5641503"/>
            <a:ext cx="2302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latin typeface="나눔스퀘어라운드 Bold" pitchFamily="50" charset="-127"/>
                <a:ea typeface="나눔스퀘어라운드 Bold"/>
              </a:rPr>
              <a:t>회원테이블 </a:t>
            </a:r>
            <a:r>
              <a:rPr lang="en-US" altLang="ko-KR" sz="1400" b="1" dirty="0" smtClean="0">
                <a:latin typeface="나눔스퀘어라운드 Bold" pitchFamily="50" charset="-127"/>
                <a:ea typeface="나눔스퀘어라운드 Bold"/>
              </a:rPr>
              <a:t>create</a:t>
            </a:r>
            <a:r>
              <a:rPr lang="ko-KR" altLang="en-US" sz="1400" b="1" dirty="0" smtClean="0">
                <a:latin typeface="나눔스퀘어라운드 Bold" pitchFamily="50" charset="-127"/>
                <a:ea typeface="나눔스퀘어라운드 Bold"/>
              </a:rPr>
              <a:t>문</a:t>
            </a:r>
            <a:endParaRPr lang="ko-KR" altLang="en-US" sz="1400" b="1" dirty="0">
              <a:latin typeface="나눔스퀘어라운드 Bold" pitchFamily="50" charset="-127"/>
              <a:ea typeface="나눔스퀘어라운드 Bold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07319" y="1412776"/>
            <a:ext cx="85689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hlinkClick r:id="rId4"/>
              </a:rPr>
              <a:t>https://</a:t>
            </a:r>
            <a:r>
              <a:rPr lang="en-US" altLang="ko-KR" sz="1400" dirty="0" smtClean="0">
                <a:hlinkClick r:id="rId4"/>
              </a:rPr>
              <a:t>github.com/codingspecialist/RaspberryPi4-Book-Example/blob/master/ch07/</a:t>
            </a:r>
            <a:r>
              <a:rPr lang="en-US" altLang="ko-KR" sz="1400" dirty="0" smtClean="0">
                <a:hlinkClick r:id="rId4"/>
              </a:rPr>
              <a:t>table.sql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8996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32312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ea typeface="나눔스퀘어"/>
              </a:rPr>
              <a:t>2</a:t>
            </a:r>
            <a:r>
              <a:rPr lang="en-US" altLang="ko-KR" sz="2400" b="1" dirty="0" smtClean="0">
                <a:ea typeface="나눔스퀘어"/>
              </a:rPr>
              <a:t>. </a:t>
            </a:r>
            <a:r>
              <a:rPr lang="en-US" altLang="ko-KR" sz="2400" b="1" dirty="0">
                <a:ea typeface="나눔스퀘어"/>
              </a:rPr>
              <a:t>Maria </a:t>
            </a:r>
            <a:r>
              <a:rPr lang="ko-KR" altLang="en-US" sz="2400" b="1" dirty="0" smtClean="0">
                <a:ea typeface="나눔스퀘어"/>
              </a:rPr>
              <a:t>데이터베이스 </a:t>
            </a:r>
            <a:r>
              <a:rPr lang="ko-KR" altLang="en-US" sz="2400" b="1" dirty="0">
                <a:ea typeface="나눔스퀘어"/>
              </a:rPr>
              <a:t>회원테이블 작성하기 </a:t>
            </a:r>
            <a:endParaRPr lang="ko-KR" altLang="en-US" sz="2400" b="1" dirty="0">
              <a:latin typeface="나눔스퀘어라운드 ExtraBold" pitchFamily="50" charset="-127"/>
              <a:ea typeface="나눔스퀘어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"/>
              </a:rPr>
              <a:t>2</a:t>
            </a:r>
            <a:r>
              <a:rPr lang="en-US" altLang="ko-KR" dirty="0" smtClean="0">
                <a:latin typeface="나눔스퀘어라운드 Bold" pitchFamily="50" charset="-127"/>
                <a:ea typeface="나눔스퀘어"/>
              </a:rPr>
              <a:t>-2 </a:t>
            </a:r>
            <a:r>
              <a:rPr lang="ko-KR" altLang="en-US" dirty="0">
                <a:latin typeface="나눔스퀘어라운드 Bold" pitchFamily="50" charset="-127"/>
                <a:ea typeface="나눔스퀘어"/>
              </a:rPr>
              <a:t>회원테이블 </a:t>
            </a:r>
            <a:r>
              <a:rPr lang="ko-KR" altLang="en-US" dirty="0" smtClean="0">
                <a:latin typeface="나눔스퀘어라운드 Bold" pitchFamily="50" charset="-127"/>
                <a:ea typeface="나눔스퀘어"/>
              </a:rPr>
              <a:t>만들기</a:t>
            </a:r>
            <a:endParaRPr lang="ko-KR" altLang="en-US" dirty="0">
              <a:latin typeface="나눔스퀘어라운드 Bold" pitchFamily="50" charset="-127"/>
              <a:ea typeface="나눔스퀘어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1412776"/>
            <a:ext cx="3096343" cy="681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492896"/>
            <a:ext cx="7056784" cy="1760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60" y="4653136"/>
            <a:ext cx="3870000" cy="624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95536" y="2060848"/>
            <a:ext cx="3240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나눔스퀘어라운드 Bold" pitchFamily="50" charset="-127"/>
                <a:ea typeface="나눔스퀘어라운드 Bold"/>
              </a:rPr>
              <a:t>- </a:t>
            </a:r>
            <a:r>
              <a:rPr lang="ko-KR" altLang="en-US" sz="1400" b="1" dirty="0" smtClean="0">
                <a:latin typeface="나눔스퀘어라운드 Bold" pitchFamily="50" charset="-127"/>
                <a:ea typeface="나눔스퀘어라운드 Bold"/>
              </a:rPr>
              <a:t>회원테이블에 </a:t>
            </a:r>
            <a:r>
              <a:rPr lang="en-US" altLang="ko-KR" sz="1400" b="1" dirty="0">
                <a:latin typeface="나눔스퀘어라운드 Bold" pitchFamily="50" charset="-127"/>
                <a:ea typeface="나눔스퀘어라운드 Bold"/>
              </a:rPr>
              <a:t>p</a:t>
            </a:r>
            <a:r>
              <a:rPr lang="en-US" altLang="ko-KR" sz="1400" b="1" dirty="0" smtClean="0">
                <a:latin typeface="나눔스퀘어라운드 Bold" pitchFamily="50" charset="-127"/>
                <a:ea typeface="나눔스퀘어라운드 Bold"/>
              </a:rPr>
              <a:t>rimary </a:t>
            </a:r>
            <a:r>
              <a:rPr lang="en-US" altLang="ko-KR" sz="1400" b="1" dirty="0">
                <a:latin typeface="나눔스퀘어라운드 Bold" pitchFamily="50" charset="-127"/>
                <a:ea typeface="나눔스퀘어라운드 Bold"/>
              </a:rPr>
              <a:t>k</a:t>
            </a:r>
            <a:r>
              <a:rPr lang="en-US" altLang="ko-KR" sz="1400" b="1" dirty="0" smtClean="0">
                <a:latin typeface="나눔스퀘어라운드 Bold" pitchFamily="50" charset="-127"/>
                <a:ea typeface="나눔스퀘어라운드 Bold"/>
              </a:rPr>
              <a:t>ey </a:t>
            </a:r>
            <a:r>
              <a:rPr lang="ko-KR" altLang="en-US" sz="1400" b="1" dirty="0" err="1" smtClean="0">
                <a:latin typeface="나눔스퀘어라운드 Bold" pitchFamily="50" charset="-127"/>
                <a:ea typeface="나눔스퀘어라운드 Bold"/>
              </a:rPr>
              <a:t>추가문</a:t>
            </a:r>
            <a:endParaRPr lang="ko-KR" altLang="en-US" sz="1400" b="1" dirty="0">
              <a:latin typeface="나눔스퀘어라운드 Bold" pitchFamily="50" charset="-127"/>
              <a:ea typeface="나눔스퀘어라운드 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536" y="4221088"/>
            <a:ext cx="3240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나눔스퀘어라운드 Bold" pitchFamily="50" charset="-127"/>
                <a:ea typeface="나눔스퀘어라운드 Bold"/>
              </a:rPr>
              <a:t>- </a:t>
            </a:r>
            <a:r>
              <a:rPr lang="ko-KR" altLang="en-US" sz="1400" b="1" dirty="0" smtClean="0">
                <a:latin typeface="나눔스퀘어라운드 Bold" pitchFamily="50" charset="-127"/>
                <a:ea typeface="나눔스퀘어라운드 Bold"/>
              </a:rPr>
              <a:t>회원테이블에 데이터 입력문 </a:t>
            </a:r>
            <a:endParaRPr lang="ko-KR" altLang="en-US" sz="1400" b="1" dirty="0">
              <a:latin typeface="나눔스퀘어라운드 Bold" pitchFamily="50" charset="-127"/>
              <a:ea typeface="나눔스퀘어라운드 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536" y="5229200"/>
            <a:ext cx="3240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나눔스퀘어라운드 Bold" pitchFamily="50" charset="-127"/>
                <a:ea typeface="나눔스퀘어라운드 Bold"/>
              </a:rPr>
              <a:t>- </a:t>
            </a:r>
            <a:r>
              <a:rPr lang="ko-KR" altLang="en-US" sz="1400" b="1" dirty="0" smtClean="0">
                <a:latin typeface="나눔스퀘어라운드 Bold" pitchFamily="50" charset="-127"/>
                <a:ea typeface="나눔스퀘어라운드 Bold"/>
              </a:rPr>
              <a:t>회원테이블 데이터 변경 </a:t>
            </a:r>
            <a:r>
              <a:rPr lang="ko-KR" altLang="en-US" sz="1400" b="1" dirty="0" err="1" smtClean="0">
                <a:latin typeface="나눔스퀘어라운드 Bold" pitchFamily="50" charset="-127"/>
                <a:ea typeface="나눔스퀘어라운드 Bold"/>
              </a:rPr>
              <a:t>수정문</a:t>
            </a:r>
            <a:r>
              <a:rPr lang="ko-KR" altLang="en-US" sz="1400" b="1" dirty="0" smtClean="0">
                <a:latin typeface="나눔스퀘어라운드 Bold" pitchFamily="50" charset="-127"/>
                <a:ea typeface="나눔스퀘어라운드 Bold"/>
              </a:rPr>
              <a:t> </a:t>
            </a:r>
            <a:endParaRPr lang="ko-KR" altLang="en-US" sz="1400" b="1" dirty="0">
              <a:latin typeface="나눔스퀘어라운드 Bold" pitchFamily="50" charset="-127"/>
              <a:ea typeface="나눔스퀘어라운드 Bold"/>
            </a:endParaRPr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827737"/>
            <a:ext cx="4536504" cy="396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95536" y="6145559"/>
            <a:ext cx="3240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나눔스퀘어라운드 Bold" pitchFamily="50" charset="-127"/>
                <a:ea typeface="나눔스퀘어라운드 Bold"/>
              </a:rPr>
              <a:t>- </a:t>
            </a:r>
            <a:r>
              <a:rPr lang="ko-KR" altLang="en-US" sz="1400" b="1" dirty="0" smtClean="0">
                <a:latin typeface="나눔스퀘어라운드 Bold" pitchFamily="50" charset="-127"/>
                <a:ea typeface="나눔스퀘어라운드 Bold"/>
              </a:rPr>
              <a:t>회원테이블 데이터 </a:t>
            </a:r>
            <a:r>
              <a:rPr lang="ko-KR" altLang="en-US" sz="1400" b="1" dirty="0" err="1" smtClean="0">
                <a:latin typeface="나눔스퀘어라운드 Bold" pitchFamily="50" charset="-127"/>
                <a:ea typeface="나눔스퀘어라운드 Bold"/>
              </a:rPr>
              <a:t>삭제문</a:t>
            </a:r>
            <a:r>
              <a:rPr lang="ko-KR" altLang="en-US" sz="1400" b="1" dirty="0" smtClean="0">
                <a:latin typeface="나눔스퀘어라운드 Bold" pitchFamily="50" charset="-127"/>
                <a:ea typeface="나눔스퀘어라운드 Bold"/>
              </a:rPr>
              <a:t> </a:t>
            </a:r>
            <a:endParaRPr lang="ko-KR" altLang="en-US" sz="1400" b="1" dirty="0">
              <a:latin typeface="나눔스퀘어라운드 Bold" pitchFamily="50" charset="-127"/>
              <a:ea typeface="나눔스퀘어라운드 Bold"/>
            </a:endParaRPr>
          </a:p>
        </p:txBody>
      </p:sp>
    </p:spTree>
    <p:extLst>
      <p:ext uri="{BB962C8B-B14F-4D97-AF65-F5344CB8AC3E}">
        <p14:creationId xmlns:p14="http://schemas.microsoft.com/office/powerpoint/2010/main" val="200742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32312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ea typeface="나눔스퀘어"/>
              </a:rPr>
              <a:t>3</a:t>
            </a:r>
            <a:r>
              <a:rPr lang="en-US" altLang="ko-KR" sz="2400" b="1" dirty="0" smtClean="0">
                <a:ea typeface="나눔스퀘어"/>
              </a:rPr>
              <a:t>. </a:t>
            </a:r>
            <a:r>
              <a:rPr lang="ko-KR" altLang="en-US" sz="2400" b="1" dirty="0" err="1">
                <a:ea typeface="나눔스퀘어"/>
              </a:rPr>
              <a:t>파이썬과</a:t>
            </a:r>
            <a:r>
              <a:rPr lang="ko-KR" altLang="en-US" sz="2400" b="1" dirty="0">
                <a:ea typeface="나눔스퀘어"/>
              </a:rPr>
              <a:t> </a:t>
            </a:r>
            <a:r>
              <a:rPr lang="en-US" altLang="ko-KR" sz="2400" b="1" dirty="0">
                <a:ea typeface="나눔스퀘어"/>
              </a:rPr>
              <a:t>Maria </a:t>
            </a:r>
            <a:r>
              <a:rPr lang="ko-KR" altLang="en-US" sz="2400" b="1" dirty="0">
                <a:ea typeface="나눔스퀘어"/>
              </a:rPr>
              <a:t>데이터베이스 서버 </a:t>
            </a:r>
            <a:r>
              <a:rPr lang="en-US" altLang="ko-KR" sz="2400" b="1" dirty="0">
                <a:ea typeface="나눔스퀘어"/>
              </a:rPr>
              <a:t>Connection </a:t>
            </a:r>
            <a:endParaRPr lang="ko-KR" altLang="en-US" sz="2400" b="1" dirty="0">
              <a:latin typeface="나눔스퀘어라운드 ExtraBold" pitchFamily="50" charset="-127"/>
              <a:ea typeface="나눔스퀘어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23528" y="2852936"/>
            <a:ext cx="85689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hlinkClick r:id="rId2"/>
              </a:rPr>
              <a:t>https://</a:t>
            </a:r>
            <a:r>
              <a:rPr lang="en-US" altLang="ko-KR" sz="1400" dirty="0">
                <a:hlinkClick r:id="rId2"/>
              </a:rPr>
              <a:t>github.com/codingspecialist/RaspberryPi4-Book-Example/blob/master/ch07/mariaConnection.py</a:t>
            </a:r>
            <a:endParaRPr lang="ko-KR" altLang="en-US" sz="1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81" y="935559"/>
            <a:ext cx="4087738" cy="1677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935559"/>
            <a:ext cx="3876968" cy="184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61" y="3212976"/>
            <a:ext cx="7018831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135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</TotalTime>
  <Words>127</Words>
  <Application>Microsoft Office PowerPoint</Application>
  <PresentationFormat>화면 슬라이드 쇼(4:3)</PresentationFormat>
  <Paragraphs>31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라즈베리파이 설치</dc:title>
  <dc:creator>ssarmango</dc:creator>
  <cp:lastModifiedBy>JSPStudy</cp:lastModifiedBy>
  <cp:revision>341</cp:revision>
  <dcterms:created xsi:type="dcterms:W3CDTF">2017-08-23T11:56:55Z</dcterms:created>
  <dcterms:modified xsi:type="dcterms:W3CDTF">2020-01-13T08:55:44Z</dcterms:modified>
</cp:coreProperties>
</file>