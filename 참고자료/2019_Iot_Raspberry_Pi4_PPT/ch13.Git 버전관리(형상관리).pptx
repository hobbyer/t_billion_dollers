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3"/>
  </p:notesMasterIdLst>
  <p:sldIdLst>
    <p:sldId id="323" r:id="rId2"/>
    <p:sldId id="322" r:id="rId3"/>
    <p:sldId id="325" r:id="rId4"/>
    <p:sldId id="326" r:id="rId5"/>
    <p:sldId id="327" r:id="rId6"/>
    <p:sldId id="328" r:id="rId7"/>
    <p:sldId id="329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B8596-08BC-4835-A7A7-558BAD895013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FAFC3-F822-460C-B3D9-971640FD25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8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FAFC3-F822-460C-B3D9-971640FD25B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08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FAFC3-F822-460C-B3D9-971640FD25B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0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908720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ch13 </a:t>
            </a:r>
            <a:r>
              <a:rPr lang="en-US" altLang="ko-KR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버전관리</a:t>
            </a:r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형상관리</a:t>
            </a:r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)</a:t>
            </a:r>
            <a:endParaRPr lang="ko-KR" altLang="en-US" sz="40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6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Contents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7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학습목표</a:t>
            </a:r>
            <a:endParaRPr lang="en-US" altLang="ko-KR" dirty="0" smtClean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340768"/>
            <a:ext cx="573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이란 무엇이고 버전관리가 무엇인지 학습한다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대한 다양한 명령어를 학습한다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원격 저장소를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대해 학습한다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152" y="2852936"/>
            <a:ext cx="559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학습내용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5080" y="3212976"/>
            <a:ext cx="55710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이해하기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명령어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Reset 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되돌리기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(merge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와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checkout)</a:t>
            </a:r>
          </a:p>
        </p:txBody>
      </p:sp>
    </p:spTree>
    <p:extLst>
      <p:ext uri="{BB962C8B-B14F-4D97-AF65-F5344CB8AC3E}">
        <p14:creationId xmlns:p14="http://schemas.microsoft.com/office/powerpoint/2010/main" val="393875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09356"/>
            <a:ext cx="58670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은 소규모 프로젝트부터 대규모 프로젝트까지 모든 소스를 관리하도록 설계된 무료 오픈 소스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분산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버전 관리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시스템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어떤 코드를 누가 수정했는지 기록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추적을 할 수 있는 오픈 소스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소프트웨어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개별 작업자가 독립적으로 일하고 로컬 저장소에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저장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(commit)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하여 버전을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관리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소스 코드를 공유하고 싶다면 중앙 저장소에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소스코드를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업로드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(push)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하고 업로드 된 소스코드를 내려 받고 싶으면 다운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(pull)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을 받게 되는 구조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0872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1-1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이란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713696"/>
            <a:ext cx="3184587" cy="21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09356"/>
            <a:ext cx="586704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소프트웨어 형상관리는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Software Configuration Management,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줄여서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SCM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이라는 단어를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쓰기도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하는데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SW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개발 및 유지보수 과정에서 발생하는 소스코드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문서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인터페이스 등 각종 결과물에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대해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형상을 만들고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이들 형상에 대한 변경을 체계적으로 관리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제어하기 위한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활동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작성된 소스 코드와 변경사항을 확인하고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수정하는 협업을 도와주는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시스템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형상관리는 일반적으로 버전 관리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(version control, revision control),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소스 관리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(source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control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소스 코드 관리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(source code management, SCM)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와 동일한 의미로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사용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0872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1-2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버전관리 이해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289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0872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1-3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설치하기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40768"/>
            <a:ext cx="2027096" cy="3962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53810"/>
            <a:ext cx="3962744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6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이해하기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2696140"/>
            <a:ext cx="5867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Working Directory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Staging Area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Local Repository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2295504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2-1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의 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가지 영역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836712"/>
            <a:ext cx="58670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깃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담겨 있는 데이터들은 스냅샷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(Snapshot)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이라고 볼 수 있습니다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프로젝트를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Commit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할 때의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그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순간을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스냅샵으로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촬영한다고 생각하면 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파일 자체도 중요하게 생각하지만 그 파일이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수정되고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삭제되고 추가되는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history(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역사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중요하게 생각합니다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그리고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은 그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history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관리함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587100"/>
            <a:ext cx="4557155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9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이해하기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0872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2-2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오브젝트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02" y="1340768"/>
            <a:ext cx="3731326" cy="13681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17" y="2924944"/>
            <a:ext cx="4442691" cy="13594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72" y="4427432"/>
            <a:ext cx="5557564" cy="152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1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명령어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3-1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init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44" y="2852936"/>
            <a:ext cx="6652837" cy="30939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6" y="1484784"/>
            <a:ext cx="1722269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명령어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3-2 add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69492"/>
            <a:ext cx="7559696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1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명령어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08720"/>
            <a:ext cx="7552075" cy="272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3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명령어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3-3 commit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12776"/>
            <a:ext cx="7544454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명령어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3-4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파일 내용 변경하기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6" y="1350060"/>
            <a:ext cx="3048264" cy="13336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80" y="2683676"/>
            <a:ext cx="2202371" cy="91447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6" y="3650252"/>
            <a:ext cx="7483489" cy="7011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6" y="4509120"/>
            <a:ext cx="351312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Git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명령어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50168"/>
            <a:ext cx="7498730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Reset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되돌리기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9512" y="908720"/>
            <a:ext cx="5760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Git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에서 이력을 되돌리는 방법은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Reset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과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Revert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그 중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Reset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은 타임머신처럼 시간을 맞추어 그 당시로 되돌아가는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것입니다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1484784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4-1 Reset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을 위한 환경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세팅하기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9512" y="1908121"/>
            <a:ext cx="57606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교재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390p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참고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12" y="2406896"/>
            <a:ext cx="4020616" cy="115063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067" y="2406896"/>
            <a:ext cx="3816424" cy="11272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789216"/>
            <a:ext cx="3701339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Reset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되돌리기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90872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4-2 Reset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옵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션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9512" y="1332057"/>
            <a:ext cx="57606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soft, mixed, hard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아래 그림은 지금까지 실습한 현재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Git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의 상태입니다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204864"/>
            <a:ext cx="5197291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1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Reset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되돌리기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7504" y="980728"/>
            <a:ext cx="1859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(1) Reset --soft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79512" y="1412776"/>
            <a:ext cx="57606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교재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393p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참고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16832"/>
            <a:ext cx="6210839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9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Reset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되돌리기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7504" y="980728"/>
            <a:ext cx="2080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(2) 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Reset 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--mixed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9512" y="1412776"/>
            <a:ext cx="57606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교재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394p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참고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44824"/>
            <a:ext cx="7453006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8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Reset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되돌리기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7504" y="980728"/>
            <a:ext cx="1928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(3) 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Reset 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--hard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9512" y="1412776"/>
            <a:ext cx="57606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교재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395p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참고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49133"/>
            <a:ext cx="6866215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7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4. Reset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되돌리기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4-3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reflog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395353"/>
            <a:ext cx="5867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reflog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는 우리가 이때까지 했던 모든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commit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대한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log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가 남아있는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파일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reset –hard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명령을 써서 되돌렸다 하더라도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commit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한 이력만 있다면 되돌리기 가능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92896"/>
            <a:ext cx="3231160" cy="101354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0" y="3717032"/>
            <a:ext cx="3955123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6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5.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Github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5-1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Github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이란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?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395353"/>
            <a:ext cx="58670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은 원격 저장소입니다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Remote Repository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라고도 부릅니다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이러한 저장소는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gitlab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bitbucket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등 여러 종류가 있습니다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그 중에서 우리가 사용할 것은 최근에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마이크로소프트에서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75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억 달러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약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8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조 원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인수한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을 이용하면 로컬 저장소가 아닌 원격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저장소를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이용하여 협업을 할 수 있습니다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36912"/>
            <a:ext cx="4564776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5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5.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Github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5-2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Github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회원 가입하기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2329135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교재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399 ~ 406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참고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403484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5-3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원격 저장소 생성하기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512" y="1835532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5-4 remote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연결하기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08920"/>
            <a:ext cx="3581711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5.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Github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5-5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Git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 clone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340768"/>
            <a:ext cx="58670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clone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명령어는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github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있는 다른 사람의 프로젝트 혹은 나의 프로젝트를 내려 받을 때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사용합니다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init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와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remote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명령어를 통해 원격 저장소와 연결한 뒤 원격 저장소에서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pull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명령어를 통해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프로젝트를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내려 받는 것과 동일한 효과를 가진 것이 바로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clone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3109230" cy="193564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941168"/>
            <a:ext cx="4092295" cy="2972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4563705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아래와 같이 명령어를 실행하여 다운 받아 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76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6-1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브랜치란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?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340768"/>
            <a:ext cx="58670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git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을 시작하고 파일을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add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한 뒤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commit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을 하게 되면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master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가지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가 생깁니다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그리고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master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위에서 작업을 하게 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브랜치가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하나 밖에 없으면 실험적인 테스트를 할 수 없습니다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그렇기에 실험을 위한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test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브랜치를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추가합니다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실험이 성공하면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브랜치를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merge,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실패하면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브랜치를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삭제하면 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068960"/>
            <a:ext cx="6552728" cy="239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1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6-2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브랜치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종류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23528" y="1393031"/>
            <a:ext cx="1353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(1) feature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95536" y="1772816"/>
            <a:ext cx="5760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feature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토픽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브랜치로도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부릅니다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조만간에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배포할 기능을 개발하는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브랜치입니다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499279"/>
            <a:ext cx="2865368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6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79512" y="908720"/>
            <a:ext cx="1404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(2) develop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51520" y="1287924"/>
            <a:ext cx="5760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feature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</a:rPr>
              <a:t>브랜치에서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 작업한 기능이 완성되면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develop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</a:rPr>
              <a:t>브랜치로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merge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00725"/>
            <a:ext cx="3482642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79512" y="908720"/>
            <a:ext cx="1346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(3) release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51520" y="1287924"/>
            <a:ext cx="57606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release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제품 배포를 준비하는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develop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브랜치가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배포할 수 있는 상태에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다다랐을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때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release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브랜치를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만듭니다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release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release0.1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과 같이 버전이름을 붙여서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이름을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만듭니다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만약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release0.1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에서 사소한 버그가 발견되면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release0.2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로 업데이트합니다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62" y="2492896"/>
            <a:ext cx="2804403" cy="167654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9512" y="4328517"/>
            <a:ext cx="1322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(4) master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51520" y="4707721"/>
            <a:ext cx="57606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master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시장에 서비스하게 될 최종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release0.2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가 완벽한 배포버전이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되었으면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master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merge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한 뒤 시장에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배포합니다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462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79512" y="908720"/>
            <a:ext cx="1183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(5) hotfix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51520" y="1287924"/>
            <a:ext cx="57606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배포된 제품에 심각한 버그가 생기게 되면 수정을 해야 하는 경우가 생깁니다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hotfix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버그를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잡는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hotfix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master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브랜치에서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분기합니다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13" y="2182004"/>
            <a:ext cx="2850127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980728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6-3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브랜치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실습하기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84784"/>
            <a:ext cx="6807430" cy="480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2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0728"/>
            <a:ext cx="6768752" cy="140302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27" y="2468576"/>
            <a:ext cx="6734045" cy="32095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661248"/>
            <a:ext cx="6644830" cy="98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2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08720"/>
            <a:ext cx="6624736" cy="475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5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6.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브랜치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(merge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와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checkout)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06264"/>
            <a:ext cx="5832648" cy="555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</TotalTime>
  <Words>864</Words>
  <Application>Microsoft Office PowerPoint</Application>
  <PresentationFormat>화면 슬라이드 쇼(4:3)</PresentationFormat>
  <Paragraphs>114</Paragraphs>
  <Slides>31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설치</dc:title>
  <dc:creator>ssarmango</dc:creator>
  <cp:lastModifiedBy>JSPStudy</cp:lastModifiedBy>
  <cp:revision>569</cp:revision>
  <dcterms:created xsi:type="dcterms:W3CDTF">2017-08-23T11:56:55Z</dcterms:created>
  <dcterms:modified xsi:type="dcterms:W3CDTF">2020-01-17T05:39:16Z</dcterms:modified>
</cp:coreProperties>
</file>