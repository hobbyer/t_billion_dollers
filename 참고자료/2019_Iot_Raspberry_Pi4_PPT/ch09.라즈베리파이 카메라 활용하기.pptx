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4"/>
  </p:notesMasterIdLst>
  <p:sldIdLst>
    <p:sldId id="323" r:id="rId2"/>
    <p:sldId id="322" r:id="rId3"/>
    <p:sldId id="329" r:id="rId4"/>
    <p:sldId id="328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25" r:id="rId16"/>
    <p:sldId id="341" r:id="rId17"/>
    <p:sldId id="342" r:id="rId18"/>
    <p:sldId id="340" r:id="rId19"/>
    <p:sldId id="343" r:id="rId20"/>
    <p:sldId id="344" r:id="rId21"/>
    <p:sldId id="345" r:id="rId22"/>
    <p:sldId id="346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B8596-08BC-4835-A7A7-558BAD895013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FAFC3-F822-460C-B3D9-971640FD25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48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linux-projects.org/uv4l/installation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stream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://localhost:8081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908720"/>
            <a:ext cx="81369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ch09 </a:t>
            </a:r>
            <a:r>
              <a:rPr lang="ko-KR" altLang="en-US" sz="40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라즈베리파이</a:t>
            </a:r>
            <a:r>
              <a:rPr lang="ko-KR" altLang="en-US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4000" b="1" dirty="0">
                <a:latin typeface="나눔스퀘어라운드 ExtraBold" pitchFamily="50" charset="-127"/>
                <a:ea typeface="나눔스퀘어라운드 ExtraBold" pitchFamily="50" charset="-127"/>
              </a:rPr>
              <a:t>카메라 </a:t>
            </a:r>
            <a:endParaRPr lang="en-US" altLang="ko-KR" sz="4000" b="1" dirty="0" smtClean="0">
              <a:latin typeface="나눔스퀘어라운드 ExtraBold" pitchFamily="50" charset="-127"/>
              <a:ea typeface="나눔스퀘어라운드 ExtraBold" pitchFamily="50" charset="-127"/>
            </a:endParaRPr>
          </a:p>
          <a:p>
            <a:pPr algn="ctr"/>
            <a:r>
              <a:rPr lang="ko-KR" altLang="en-US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활용하기</a:t>
            </a:r>
            <a:endParaRPr lang="ko-KR" altLang="en-US" sz="40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566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Contents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7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학습목표</a:t>
            </a:r>
            <a:endParaRPr lang="en-US" altLang="ko-KR" dirty="0" smtClean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152" y="1340768"/>
            <a:ext cx="5735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라즈베리파이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카메라를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세팅할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수 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라즈베리파이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카메라를 활용하여 사진 찍기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동영상 촬영을 할 수 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UV4L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모듈을 활용하여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웹스트리밍을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구현할 수 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Motion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모듈을 활용하여 모션 감지를 할 수 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152" y="2852936"/>
            <a:ext cx="559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학습내용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5080" y="3212976"/>
            <a:ext cx="55710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RPi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카메라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파이썬을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활용한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RPi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카메라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UV4L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소개 및 설치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WebRTC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Motion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감지 프로그램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75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1.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RPi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카메라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1-1 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라즈베리파이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 카메라 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세팅하기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1412776"/>
            <a:ext cx="5166808" cy="48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1.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RPi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카메라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92" y="980728"/>
            <a:ext cx="7254869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65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1.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RPi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카메라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980728"/>
            <a:ext cx="5692634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4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1.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RPi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카메라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908720"/>
            <a:ext cx="6744285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1.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RPi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카메라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908720"/>
            <a:ext cx="7338696" cy="457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5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1.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RPi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카메라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1-2 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라즈베리파이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 카메라 테스트하기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7122" y="1412776"/>
            <a:ext cx="58670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카메라 테스트 전에 최신버전으로 업데이트를 하길 바랍니다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그 이유는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MMAL(Multi-Media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Abstraction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Layer)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라이브러리를 활용하여 카메라 테스트를 해야 하는데 설치가 안 되어 있을 수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있기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때문입니다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파이카메라는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세 가지 포트를 가지고 있습니다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첫째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프리뷰 포트입니다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미리보기를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가능하게 해줍니다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둘째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스틸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포트입니다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사진을 찍을 수 있게 해줍니다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셋째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비디오 포트입니다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영상을 촬영할 수 있게 해줍니다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3361677"/>
            <a:ext cx="6439458" cy="265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1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1.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RPi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카메라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980728"/>
            <a:ext cx="3734124" cy="44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95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2. </a:t>
            </a:r>
            <a:r>
              <a:rPr lang="ko-KR" altLang="en-US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파이썬을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 활용한 </a:t>
            </a:r>
            <a:r>
              <a:rPr lang="en-US" altLang="ko-KR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RPi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카메라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2-1 </a:t>
            </a:r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python-</a:t>
            </a:r>
            <a:r>
              <a:rPr lang="en-US" altLang="ko-KR" dirty="0" err="1">
                <a:latin typeface="나눔스퀘어라운드 Bold" pitchFamily="50" charset="-127"/>
                <a:ea typeface="나눔스퀘어라운드 Bold" pitchFamily="50" charset="-127"/>
              </a:rPr>
              <a:t>picamera</a:t>
            </a:r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 </a:t>
            </a:r>
            <a:r>
              <a:rPr lang="ko-KR" altLang="en-US" dirty="0">
                <a:latin typeface="나눔스퀘어라운드 Bold" pitchFamily="50" charset="-127"/>
                <a:ea typeface="나눔스퀘어라운드 Bold" pitchFamily="50" charset="-127"/>
              </a:rPr>
              <a:t>모듈 활용하기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02" y="1412776"/>
            <a:ext cx="2804403" cy="43437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18" y="1916832"/>
            <a:ext cx="7254869" cy="450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0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2. </a:t>
            </a:r>
            <a:r>
              <a:rPr lang="ko-KR" altLang="en-US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파이썬을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 활용한 </a:t>
            </a:r>
            <a:r>
              <a:rPr lang="en-US" altLang="ko-KR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RPi</a:t>
            </a:r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카메라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62" y="980728"/>
            <a:ext cx="7315834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8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. UV4L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소개 및 설치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3-1 UV4L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소개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412776"/>
            <a:ext cx="58670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UV4L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은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Userspace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Video4Linux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의 약자이며 단순한 프레임워크로서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V4L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과 호환이 되는 실제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또는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가상의 비디오 장치들을 위한 사용자 영역 드라이버를 제공해주는 모듈입니다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2276872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" pitchFamily="50" charset="-127"/>
                <a:ea typeface="나눔스퀘어" pitchFamily="50" charset="-127"/>
              </a:rPr>
              <a:t>(1) API</a:t>
            </a:r>
            <a:endParaRPr lang="en-US" altLang="ko-KR" dirty="0">
              <a:latin typeface="나눔스퀘어" pitchFamily="50" charset="-127"/>
              <a:ea typeface="나눔스퀘어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9512" y="2708920"/>
            <a:ext cx="58670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API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란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Application programming Interface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의 약자입니다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특정 프로그램에서 운영체제나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프로그래밍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언어가 제공하는 기능을 제어할 수 있게 해주는 인터페이스입니다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97" y="3573016"/>
            <a:ext cx="6431838" cy="185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3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. UV4L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소개 및 설치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2627620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(2) V4L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9512" y="3050376"/>
            <a:ext cx="586704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Video4Linux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는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리눅스에서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비디오 디바이스를 제어하고 사용하기 위한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API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최근에는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V4L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이 아닌 향상된 버전인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V4L2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를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사용합니다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V4L2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란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리눅스에서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카메라 입력을 받기 위한 표준 인터페이스로서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V4L2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를 설치 후 활성화 할 때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사용자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프로그램이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커널을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통해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I/O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요청을 확인하고 장치 드라이버로 전송이 이루어지는 것이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가능해집니다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908720"/>
            <a:ext cx="3626840" cy="1589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9512" y="4571836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(3) UV4L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9512" y="4996914"/>
            <a:ext cx="5867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</a:rPr>
              <a:t>IoT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장치를 위한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스트리밍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서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버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플러그인을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포함하고 있으며 이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플러그인은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오디오 및 비디오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스트리밍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암호화 같은 것들을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웹을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통해 제공합니다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화상통신을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할 수 있도록 양방향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스트리밍을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지원합니다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커스터마이징을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원하는 개발자에게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</a:rPr>
              <a:t>RESTful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 API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를 제공해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줍니다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760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. UV4L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소개 및 설치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3-2 UV4L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설치하기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49682" y="135180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hlinkClick r:id="rId2"/>
              </a:rPr>
              <a:t>https://www.linux-projects.org/uv4l/installation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hlinkClick r:id="rId2"/>
              </a:rPr>
              <a:t>/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23528" y="2204864"/>
            <a:ext cx="55446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</a:rPr>
              <a:t>Raspbian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Stretch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를 권장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•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USB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캠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,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라즈베리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파이 카메라 둘 다 사용 가능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•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예고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없이 업데이트되기 때문에 사이트에 자주 들어와서 문서를 읽어보는 것을 권장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512" y="1763524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" pitchFamily="50" charset="-127"/>
                <a:ea typeface="나눔스퀘어" pitchFamily="50" charset="-127"/>
              </a:rPr>
              <a:t>(1) </a:t>
            </a:r>
            <a:r>
              <a:rPr lang="ko-KR" altLang="en-US" dirty="0" smtClean="0">
                <a:latin typeface="나눔스퀘어" pitchFamily="50" charset="-127"/>
                <a:ea typeface="나눔스퀘어" pitchFamily="50" charset="-127"/>
              </a:rPr>
              <a:t>설치 시 주의할 점</a:t>
            </a:r>
            <a:endParaRPr lang="en-US" altLang="ko-KR" dirty="0">
              <a:latin typeface="나눔스퀘어" pitchFamily="50" charset="-127"/>
              <a:ea typeface="나눔스퀘어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9512" y="3347700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" pitchFamily="50" charset="-127"/>
                <a:ea typeface="나눔스퀘어" pitchFamily="50" charset="-127"/>
              </a:rPr>
              <a:t>(2) UV4L </a:t>
            </a:r>
            <a:r>
              <a:rPr lang="ko-KR" altLang="en-US" dirty="0" smtClean="0">
                <a:latin typeface="나눔스퀘어" pitchFamily="50" charset="-127"/>
                <a:ea typeface="나눔스퀘어" pitchFamily="50" charset="-127"/>
              </a:rPr>
              <a:t>설치하기</a:t>
            </a:r>
            <a:endParaRPr lang="en-US" altLang="ko-KR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0" y="3916722"/>
            <a:ext cx="5951736" cy="975445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42" y="5133869"/>
            <a:ext cx="5837426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0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3. UV4L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소개 및 설치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08720"/>
            <a:ext cx="3132092" cy="79254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35" y="1787597"/>
            <a:ext cx="3254022" cy="77730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708920"/>
            <a:ext cx="5334463" cy="79254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735406"/>
            <a:ext cx="3208298" cy="29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3. UV4L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소개 및 설치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65026"/>
            <a:ext cx="2629128" cy="80779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0" y="1937887"/>
            <a:ext cx="2773921" cy="77730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0" y="2891743"/>
            <a:ext cx="3810330" cy="107451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226710"/>
            <a:ext cx="6767147" cy="76968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07" y="5229200"/>
            <a:ext cx="4389501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97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3. UV4L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소개 및 설치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249" y="3040346"/>
            <a:ext cx="4389501" cy="77730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06" y="980728"/>
            <a:ext cx="7277731" cy="168416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16" y="2970523"/>
            <a:ext cx="7247248" cy="139458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57" y="4695293"/>
            <a:ext cx="7216766" cy="132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1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3. UV4L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소개 및 설치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23" y="1484784"/>
            <a:ext cx="4412363" cy="347502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90285" y="1043444"/>
            <a:ext cx="48510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hlinkClick r:id="rId3"/>
              </a:rPr>
              <a:t>http://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hlinkClick r:id="rId3"/>
              </a:rPr>
              <a:t>localhost:8080/stream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주소로 접속하여 확인해봅니다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26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4. </a:t>
            </a:r>
            <a:r>
              <a:rPr lang="en-US" altLang="ko-KR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WebRTC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92" y="980728"/>
            <a:ext cx="2225233" cy="54106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90" y="1628800"/>
            <a:ext cx="2735817" cy="373412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97" y="5517232"/>
            <a:ext cx="5433531" cy="1089755"/>
          </a:xfrm>
          <a:prstGeom prst="rect">
            <a:avLst/>
          </a:prstGeom>
        </p:spPr>
      </p:pic>
      <p:sp>
        <p:nvSpPr>
          <p:cNvPr id="12" name="모서리가 둥근 직사각형 11"/>
          <p:cNvSpPr/>
          <p:nvPr/>
        </p:nvSpPr>
        <p:spPr>
          <a:xfrm>
            <a:off x="6533457" y="1251261"/>
            <a:ext cx="2220754" cy="13681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WebRTC</a:t>
            </a:r>
            <a:r>
              <a:rPr lang="ko-KR" altLang="en-US" sz="1400" dirty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는 양방향 </a:t>
            </a:r>
            <a:endParaRPr lang="en-US" altLang="ko-KR" sz="1400" dirty="0" smtClean="0">
              <a:solidFill>
                <a:schemeClr val="tx1"/>
              </a:solidFill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algn="ctr"/>
            <a:r>
              <a:rPr lang="ko-KR" altLang="en-US" sz="1400" dirty="0" err="1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스트리밍을</a:t>
            </a:r>
            <a:r>
              <a:rPr lang="ko-KR" altLang="en-US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지원합니다</a:t>
            </a:r>
            <a:r>
              <a:rPr lang="en-US" altLang="ko-KR" sz="1400" dirty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868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4. </a:t>
            </a:r>
            <a:r>
              <a:rPr lang="en-US" altLang="ko-KR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WebRTC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6228184" y="1251260"/>
            <a:ext cx="2808312" cy="31858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녹화를 하려면</a:t>
            </a:r>
            <a:endParaRPr lang="en-US" altLang="ko-KR" sz="1400" dirty="0" smtClean="0">
              <a:solidFill>
                <a:schemeClr val="tx1"/>
              </a:solidFill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Start Recording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녹화를 종료 하려면</a:t>
            </a:r>
            <a:endParaRPr lang="en-US" altLang="ko-KR" sz="1400" dirty="0" smtClean="0">
              <a:solidFill>
                <a:schemeClr val="tx1"/>
              </a:solidFill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Stop Recording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저장된 파일을 확인하려면</a:t>
            </a:r>
            <a:endParaRPr lang="en-US" altLang="ko-KR" sz="1400" dirty="0">
              <a:solidFill>
                <a:schemeClr val="tx1"/>
              </a:solidFill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/home/pi </a:t>
            </a:r>
            <a:r>
              <a:rPr lang="ko-KR" altLang="en-US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에서 확인합니다</a:t>
            </a:r>
            <a:r>
              <a:rPr lang="en-US" altLang="ko-KR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  <a:endParaRPr lang="en-US" altLang="ko-KR" sz="1400" dirty="0">
              <a:solidFill>
                <a:schemeClr val="tx1"/>
              </a:solidFill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908720"/>
            <a:ext cx="5403049" cy="150889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15" y="2514366"/>
            <a:ext cx="4595259" cy="42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0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5. Motion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감지 프로그램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5-1 Motion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감지 프로그램  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세팅하기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7122" y="1412776"/>
            <a:ext cx="586704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영상은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사진의 연속입니다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예를 들어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24frame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은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1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초에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24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장에 사진이 출력된다는 의미입니다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Motion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은 전 사진과 후 사진을 비교하여 사진의 다른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부분을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캐치하는 기술입니다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342900" indent="-342900">
              <a:buAutoNum type="arabicParenBoth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motion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설치하기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 - $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sudo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apt-get install motion</a:t>
            </a:r>
          </a:p>
          <a:p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(2)  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motion.conf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수정하기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- daemon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활성화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-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framerate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2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로 설정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- /home/pi/motion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폴더 생성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-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모션 저장 경로 선택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-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locate_motion_mode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on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으로 설정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-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locate_motion_style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redbox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로 설정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-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stream_port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를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8081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로 설정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-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webcontrol_port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를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8082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로 설정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80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5. Motion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감지 프로그램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5-2 Motion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감지 프로그램  실행하</a:t>
            </a:r>
            <a:r>
              <a:rPr lang="ko-KR" altLang="en-US" dirty="0">
                <a:latin typeface="나눔스퀘어라운드 Bold" pitchFamily="50" charset="-127"/>
                <a:ea typeface="나눔스퀘어라운드 Bold" pitchFamily="50" charset="-127"/>
              </a:rPr>
              <a:t>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7122" y="1412776"/>
            <a:ext cx="586704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(1)   motion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실행하기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 - $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sudo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service motion stop</a:t>
            </a:r>
          </a:p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- $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sudo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service motion start</a:t>
            </a:r>
          </a:p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- $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sudo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motion -b</a:t>
            </a:r>
          </a:p>
          <a:p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342900" indent="-342900">
              <a:buAutoNum type="arabicParenBoth" startAt="2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motion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작동 확인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- $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netstat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–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nlpt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342900" indent="-342900">
              <a:buAutoNum type="arabicParenBoth" startAt="3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motion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감지 확인하기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-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  <a:hlinkClick r:id="rId2"/>
              </a:rPr>
              <a:t>http://localhost:8081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   -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라즈베리파이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카메라에 손을 대고 움직이면 모션을 감지합니다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15" y="4021730"/>
            <a:ext cx="4806165" cy="254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80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801</TotalTime>
  <Words>611</Words>
  <Application>Microsoft Office PowerPoint</Application>
  <PresentationFormat>화면 슬라이드 쇼(4:3)</PresentationFormat>
  <Paragraphs>100</Paragraphs>
  <Slides>22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3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라즈베리파이 설치</dc:title>
  <dc:creator>ssarmango</dc:creator>
  <cp:lastModifiedBy>JSPStudy</cp:lastModifiedBy>
  <cp:revision>439</cp:revision>
  <dcterms:created xsi:type="dcterms:W3CDTF">2017-08-23T11:56:55Z</dcterms:created>
  <dcterms:modified xsi:type="dcterms:W3CDTF">2020-01-17T05:37:59Z</dcterms:modified>
</cp:coreProperties>
</file>